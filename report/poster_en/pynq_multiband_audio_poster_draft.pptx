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b60707dc634db6" /><Relationship Type="http://schemas.openxmlformats.org/officeDocument/2006/relationships/extended-properties" Target="/docProps/app.xml" Id="R761f141e5bc24eed" /><Relationship Type="http://schemas.openxmlformats.org/officeDocument/2006/relationships/officeDocument" Target="/ppt/presentation.xml" Id="R482613b48b4240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95d0bbda5045f9"/>
  </p:sldMasterIdLst>
  <p:notesMasterIdLst>
    <p:notesMasterId xmlns:r="http://schemas.openxmlformats.org/officeDocument/2006/relationships" r:id="Rf5913ff2f38a45b0"/>
  </p:notesMasterIdLst>
  <p:sldIdLst>
    <p:sldId xmlns:r="http://schemas.openxmlformats.org/officeDocument/2006/relationships" id="256" r:id="R7c27d736c17e4f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8e168d9ae14d68" /><Relationship Type="http://schemas.openxmlformats.org/officeDocument/2006/relationships/slideMaster" Target="/ppt/slideMasters/slideMaster1.xml" Id="Rb595d0bbda5045f9" /><Relationship Type="http://schemas.openxmlformats.org/officeDocument/2006/relationships/notesMaster" Target="/ppt/notesMasters/notesMaster1.xml" Id="Rf5913ff2f38a45b0" /><Relationship Type="http://schemas.openxmlformats.org/officeDocument/2006/relationships/presProps" Target="/ppt/presProps.xml" Id="R1cb7bb399ab94824" /><Relationship Type="http://schemas.openxmlformats.org/officeDocument/2006/relationships/tableStyles" Target="/ppt/tableStyles.xml" Id="R54345dbd90744a55" /><Relationship Type="http://schemas.openxmlformats.org/officeDocument/2006/relationships/slide" Target="/ppt/slides/slide1.xml" Id="R7c27d736c17e4f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db9f78e0ac42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1a82a95da240cd" /><Relationship Type="http://schemas.openxmlformats.org/officeDocument/2006/relationships/notesMaster" Target="/ppt/notesMasters/notesMaster1.xml" Id="R9e776511defa45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src/python/band_design.py; data/results/baseline_metrics.md (local Python run, 2026-10-01); data/results/impl_metrics.md (193-tap HLS out-of-context implementation). Resource percentages and HLS schedule are core-level results, not board audio measurements. The 2.00 ms value is FIR group delay only. Custom-core board integration 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bb6f478a245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65cd1182174be2" /><Relationship Type="http://schemas.openxmlformats.org/officeDocument/2006/relationships/slideLayout" Target="/ppt/slideLayouts/slideLayout1.xml" Id="R59aec029187b4a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aec029187b4a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85373f2c14989" /><Relationship Type="http://schemas.openxmlformats.org/officeDocument/2006/relationships/chart" Target="/ppt/slides/charts/chart1.xml" Id="R9b05ae831c014622" /><Relationship Type="http://schemas.openxmlformats.org/officeDocument/2006/relationships/notesSlide" Target="/ppt/notesSlides/notesSlide1.xml" Id="R0209970492704d8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Device resources</c:v>
          </c:tx>
          <c:spPr>
            <a:solidFill xmlns:a="http://schemas.openxmlformats.org/drawingml/2006/main">
              <a:srgbClr val="087E8B"/>
            </a:solidFill>
          </c:spPr>
          <c:cat>
            <c:strRef>
              <c:f>'Chart Data'!$A$2:$A$5</c:f>
              <c:strCache>
                <c:ptCount val="4"/>
                <c:pt idx="0">
                  <c:v>LUT</c:v>
                </c:pt>
                <c:pt idx="1">
                  <c:v>Flip-flops</c:v>
                </c:pt>
                <c:pt idx="2">
                  <c:v>DSP</c:v>
                </c:pt>
                <c:pt idx="3">
                  <c:v>BRAM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7.5</c:v>
                </c:pt>
                <c:pt idx="1">
                  <c:v>5.2</c:v>
                </c:pt>
                <c:pt idx="2">
                  <c:v>91.8</c:v>
                </c:pt>
                <c:pt idx="3">
                  <c:v>36.8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9DF3E-D67E-41B9-A985-A60E0DD9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99034-1531-4BBD-8CA0-D72C9C4A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PYNQ-Z2 Multiband Audio Processing Accelerator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D09B0-146B-4235-9814-A7036E34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E7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E7F4"/>
                </a:solidFill>
                <a:latin typeface="Arial"/>
                <a:ea typeface="Arial"/>
                <a:cs typeface="Arial"/>
              </a:rPr>
              <a:t>A Python reference and HLS FIR core for four-band dynamic-range compression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6A522-E443-449C-937C-A88A2200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193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52F41-57C9-4A78-9D8D-ECC26681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55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0556B"/>
                </a:solidFill>
                <a:latin typeface="Arial"/>
                <a:ea typeface="Arial"/>
                <a:cs typeface="Arial"/>
              </a:rPr>
              <a:t>FIR taps per low-pass filter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68E29-33B6-4882-BBB8-77E6642B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573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2.00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6E0BC-1925-4072-B81D-E732D2C6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812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097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55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0556B"/>
                </a:solidFill>
                <a:latin typeface="Arial"/>
                <a:ea typeface="Arial"/>
                <a:cs typeface="Arial"/>
              </a:rPr>
              <a:t>96-sample FIR group delay at 48 kHz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3BBD5-BE97-420F-88B2-D7445F33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449 cycles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5E625-BCF5-4950-AEEB-816CB102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55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0556B"/>
                </a:solidFill>
                <a:latin typeface="Arial"/>
                <a:ea typeface="Arial"/>
                <a:cs typeface="Arial"/>
              </a:rPr>
              <a:t>HLS schedule per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B8B7B-72F8-456B-8E46-8D74F6E5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Subtractive crossover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4DE43-6742-4876-994D-1881A5E4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538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Three linear-phase low-pass filters form four adjacent bands. The bands sum to the input delayed by 96 samples before compression.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0FBF8-EEEC-48B2-B561-ABC3E58A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Edges: 500 Hz, 1 kHz, 2 kHz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3EBF7-8303-49A1-89C2-9F1B0D34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33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b1 = LP500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b2 = LP1000 - LP500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b3 = LP2000 - LP1000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b4 = delayed input - LP2000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86099-A063-4E95-B7B5-7CBCC1D9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HLS core resource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C61FB-D294-4586-BFCE-EB6798DB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05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0556B"/>
                </a:solidFill>
                <a:latin typeface="Arial"/>
                <a:ea typeface="Arial"/>
                <a:cs typeface="Arial"/>
              </a:rPr>
              <a:t>Out-of-context implementation, 100 MHz clock constraint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457950" y="3467100"/>
          <a:ext xmlns:a="http://schemas.openxmlformats.org/drawingml/2006/main" cx="51435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05ae831c014622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02A37-F2AA-4BBC-96E6-947A1901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3E292-6477-42C2-84EC-2BD60235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Python run: 10.58 s audio processed in 100.7 ms on the local desktop (best of 5). This is not an FPGA speedup comparison.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4F9F8-77AD-479D-B1C6-94035C5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4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4B12"/>
                </a:solidFill>
                <a:latin typeface="Arial"/>
                <a:ea typeface="Arial"/>
                <a:cs typeface="Arial"/>
              </a:rPr>
              <a:t>Scope: HLS values are core-only OOC results. Custom-core board integration, live audio, and end-to-end latency are still pending.</a:t>
            </a:r>
          </a:p>
        </p:txBody>
      </p:sp>
    </p:spTree>
    <p:extLst>
      <p:ext uri="{BB962C8B-B14F-4D97-AF65-F5344CB8AC3E}">
        <p14:creationId xmlns:p14="http://schemas.microsoft.com/office/powerpoint/2010/main" val="1679627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2026-10-01T11:56:40.8570000Z</dcterms:created>
  <dcterms:modified xsi:type="dcterms:W3CDTF">2026-10-01T11:56:40.8580000Z</dcterms:modified>
</coreProperties>
</file>